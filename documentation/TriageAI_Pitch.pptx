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57200"/>
            <a:ext cx="6400800" cy="365760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005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</a:t>
            </a:r>
            <a:pPr algn="ctr" indent="0" marL="0">
              <a:buNone/>
            </a:pPr>
            <a:r>
              <a:rPr lang="en-US" sz="7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 Triage Engine for Cloud 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Semicolons 2026  ·  Cloud &amp; DevOps Track  ·  AI / Automation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182880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0" y="3840480"/>
            <a:ext cx="182880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0" y="3840480"/>
            <a:ext cx="54864" cy="9144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852928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0" y="3840480"/>
            <a:ext cx="182880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840480"/>
            <a:ext cx="54864" cy="9144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$9M+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64608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(mid-size)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766560" y="3840480"/>
            <a:ext cx="182880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3840480"/>
            <a:ext cx="54864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&lt;2min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76288" y="42793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Engineers are drowning in alerts.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most of them mean nothing.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2743200" cy="3291840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508760"/>
            <a:ext cx="54864" cy="329184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8912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Fatigue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get 2,000–10,000 alerts/day. 70–85% are noise. Engineers stop trusting the system.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508760"/>
            <a:ext cx="2743200" cy="329184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508760"/>
            <a:ext cx="54864" cy="32918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64992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Slow MTTR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incidents take 1–4 hours to resolve. Every minute costs $50K–$500K in lost revenue.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508760"/>
            <a:ext cx="2743200" cy="3291840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508760"/>
            <a:ext cx="54864" cy="329184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91072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Correlation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91072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failure, API latency spike, Lambda timeout — 3 alerts, 1 root cause. Nobody connects the dots.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754880"/>
            <a:ext cx="2011680" cy="274320"/>
          </a:xfrm>
          <a:prstGeom prst="rect">
            <a:avLst/>
          </a:prstGeom>
          <a:solidFill>
            <a:srgbClr val="0B0E16"/>
          </a:solidFill>
          <a:ln w="6350">
            <a:solidFill>
              <a:srgbClr val="1A2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764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 </a:t>
            </a:r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 are noise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68880" y="4754880"/>
            <a:ext cx="2011680" cy="274320"/>
          </a:xfrm>
          <a:prstGeom prst="rect">
            <a:avLst/>
          </a:prstGeom>
          <a:solidFill>
            <a:srgbClr val="0B0E16"/>
          </a:solidFill>
          <a:ln w="6350">
            <a:solidFill>
              <a:srgbClr val="1A25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4764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120min </a:t>
            </a:r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P1 MTTR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4754880"/>
            <a:ext cx="2011680" cy="274320"/>
          </a:xfrm>
          <a:prstGeom prst="rect">
            <a:avLst/>
          </a:prstGeom>
          <a:solidFill>
            <a:srgbClr val="0B0E16"/>
          </a:solidFill>
          <a:ln w="6350">
            <a:solidFill>
              <a:srgbClr val="1A2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764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5+ </a:t>
            </a:r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 per incident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solidFill>
            <a:srgbClr val="0B0E16"/>
          </a:solidFill>
          <a:ln w="6350">
            <a:solidFill>
              <a:srgbClr val="1A25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476402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$280K </a:t>
            </a:r>
            <a:pPr indent="0" marL="0">
              <a:buNone/>
            </a:pPr>
            <a:r>
              <a:rPr lang="en-US" sz="8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to replace 1 burnt-out SRE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65760" y="960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→ Analyze → Remediate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1463040"/>
            <a:ext cx="8595360" cy="594360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463040"/>
            <a:ext cx="54864" cy="5943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15544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" y="1737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 ingests alerts from CloudWatch, Datadog, PagerDuty, Grafana, Prometheus — and any custom tool.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167128"/>
            <a:ext cx="8595360" cy="59436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167128"/>
            <a:ext cx="54864" cy="59436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22585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DEDUPLICATE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" y="24414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deduplication collapses 10 identical alerts from different sources into one event in milliseconds.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871216"/>
            <a:ext cx="8595360" cy="594360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71216"/>
            <a:ext cx="54864" cy="5943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29626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" y="31455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clustering groups related alerts by service, region &amp; time — turning 20 alerts into 1 incident.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75304"/>
            <a:ext cx="8595360" cy="594360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75304"/>
            <a:ext cx="54864" cy="59436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666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3666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4672" y="38496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3 ranked root cause hypotheses with confidence scores and supporting evidence.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279392"/>
            <a:ext cx="8595360" cy="594360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279392"/>
            <a:ext cx="54864" cy="59436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70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" y="43708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" y="45537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playbook (immediate → short-term → long-term) with copy-pasteable CLI commands.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your on-call team needs. In one place.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051560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124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Tool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monitoring tool via webhook adapter. CloudWatch, Datadog, Grafana, Prometheus — or your own internal tools.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359152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359152"/>
            <a:ext cx="54864" cy="117043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32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Per-Incident AI Chatbot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2770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an AI that knows your incident context. Ask questions, get runbook links, explore root causes — history persists until resolved.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666744"/>
            <a:ext cx="54864" cy="117043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739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Ownership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0782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an alert, assign it to your name. Add collaborators, post real-time updates, and everyone on the thread sees progress.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1051560"/>
            <a:ext cx="54864" cy="117043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1247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94960" y="1124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Resolution &amp; Tracking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incidents resolved. View your active incidents vs all incidents. Full audit trail from alert → triage → resolve.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2359152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359152"/>
            <a:ext cx="54864" cy="1170432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432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94960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5-Day Escalation Alerts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27706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unattended critical alert older than 5 days auto-escalates with Slack / email / Teams notification to team leads.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3666744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0090B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666744"/>
            <a:ext cx="54864" cy="1170432"/>
          </a:xfrm>
          <a:prstGeom prst="rect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7398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39496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Analytics Dashboard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407822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trends, alert volume by source, top recurring incidents, team workload — all in real time.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Cloud-Native · Event-Driven · AI-Powered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" y="987552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987552"/>
            <a:ext cx="54864" cy="566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042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 SOURCES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33172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6829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8328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43484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48640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53796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453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589520" y="106070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107899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553712" y="1554480"/>
            <a:ext cx="0" cy="91440"/>
          </a:xfrm>
          <a:prstGeom prst="line">
            <a:avLst/>
          </a:prstGeom>
          <a:noFill/>
          <a:ln w="10160">
            <a:solidFill>
              <a:srgbClr val="00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1645920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FF95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645920"/>
            <a:ext cx="54864" cy="56692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 + DEDUP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331720" y="1719072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68296" y="173736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API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83280" y="1719072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173736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Queue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434840" y="1719072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9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71416" y="173736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Dedup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53712" y="2212848"/>
            <a:ext cx="0" cy="91440"/>
          </a:xfrm>
          <a:prstGeom prst="line">
            <a:avLst/>
          </a:prstGeom>
          <a:noFill/>
          <a:ln w="10160">
            <a:solidFill>
              <a:srgbClr val="FF95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304288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FF3D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2304288"/>
            <a:ext cx="54864" cy="566928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FF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PROCESSING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2331720" y="2377440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3D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68296" y="2395728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Correlator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383280" y="2377440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3D3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19856" y="2395728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434840" y="2377440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3D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71416" y="2395728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LLM RCA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53712" y="2871216"/>
            <a:ext cx="0" cy="91440"/>
          </a:xfrm>
          <a:prstGeom prst="line">
            <a:avLst/>
          </a:prstGeom>
          <a:noFill/>
          <a:ln w="10160">
            <a:solidFill>
              <a:srgbClr val="FF3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2962656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FFD60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2962656"/>
            <a:ext cx="54864" cy="5669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3017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331720" y="3035808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68296" y="305409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383280" y="3035808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9856" y="305409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34840" y="3035808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71416" y="3054096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553712" y="3529584"/>
            <a:ext cx="0" cy="91440"/>
          </a:xfrm>
          <a:prstGeom prst="line">
            <a:avLst/>
          </a:prstGeom>
          <a:noFill/>
          <a:ln w="10160">
            <a:solidFill>
              <a:srgbClr val="FFD6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3621024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0090B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3621024"/>
            <a:ext cx="54864" cy="566928"/>
          </a:xfrm>
          <a:prstGeom prst="rect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09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API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2331720" y="3694176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90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68296" y="371246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383280" y="3694176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90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19856" y="371246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434840" y="3694176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0090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71416" y="3712464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Auth/JWT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53712" y="4187952"/>
            <a:ext cx="0" cy="91440"/>
          </a:xfrm>
          <a:prstGeom prst="line">
            <a:avLst/>
          </a:prstGeom>
          <a:noFill/>
          <a:ln w="10160">
            <a:solidFill>
              <a:srgbClr val="0090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4279392"/>
            <a:ext cx="8595360" cy="566928"/>
          </a:xfrm>
          <a:prstGeom prst="rect">
            <a:avLst/>
          </a:prstGeom>
          <a:solidFill>
            <a:srgbClr val="0B0E16"/>
          </a:solidFill>
          <a:ln w="7620">
            <a:solidFill>
              <a:srgbClr val="30D15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4279392"/>
            <a:ext cx="54864" cy="566928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4334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+ NOTIFS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2331720" y="435254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68296" y="43708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3383280" y="435254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419856" y="43708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UI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434840" y="4352544"/>
            <a:ext cx="960120" cy="402336"/>
          </a:xfrm>
          <a:prstGeom prst="rect">
            <a:avLst/>
          </a:prstGeom>
          <a:solidFill>
            <a:srgbClr val="0D1520"/>
          </a:solidFill>
          <a:ln w="6350">
            <a:solidFill>
              <a:srgbClr val="30D1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71416" y="4370832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WALKTHROUGH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it work in 60 seconds.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051560"/>
            <a:ext cx="54864" cy="1170432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161288"/>
            <a:ext cx="347472" cy="347472"/>
          </a:xfrm>
          <a:prstGeom prst="ellipse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1161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alert feed streams 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1508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→ connection pool exhausted. Datadog → latency spike. PagerDuty → 5xx errors. All live.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59152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359152"/>
            <a:ext cx="54864" cy="117043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468880"/>
            <a:ext cx="347472" cy="347472"/>
          </a:xfrm>
          <a:prstGeom prst="ellipse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 + click ⚡ TRIAGE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2816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3 correlated alerts. One click. AI analyzes in under 2 minutes.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66744"/>
            <a:ext cx="54864" cy="11704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776472"/>
            <a:ext cx="347472" cy="34747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returns root cause + playbook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41239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RDS connection leak. 3 CLI commands to fix. Immediate → short-term → long-term steps.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051560"/>
            <a:ext cx="54864" cy="117043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1161288"/>
            <a:ext cx="347472" cy="347472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1161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Pick up the incident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92040" y="1508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yourself. Add your colleague. Post a status update: 'Investigating RDS connection pool.'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359152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359152"/>
            <a:ext cx="54864" cy="1170432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2468880"/>
            <a:ext cx="347472" cy="347472"/>
          </a:xfrm>
          <a:prstGeom prst="ellipse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2468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 with the AI assistant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92040" y="28163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'How do I increase max_connections in RDS?' → instant answer with exact CLI command.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3666744"/>
            <a:ext cx="4206240" cy="1170432"/>
          </a:xfrm>
          <a:prstGeom prst="rect">
            <a:avLst/>
          </a:prstGeom>
          <a:solidFill>
            <a:srgbClr val="0D1520"/>
          </a:solidFill>
          <a:ln w="9525">
            <a:solidFill>
              <a:srgbClr val="0090B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666744"/>
            <a:ext cx="54864" cy="1170432"/>
          </a:xfrm>
          <a:prstGeom prst="rect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92040" y="3776472"/>
            <a:ext cx="347472" cy="347472"/>
          </a:xfrm>
          <a:prstGeom prst="ellipse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40" y="3776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 resolved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412394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Resolve. Incident closed. MTTR logged. Runbook saved for next time.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VALUE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ROI is undeniable.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005840"/>
            <a:ext cx="54864" cy="13716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0789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11480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annually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P1s/month)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41448" y="1005840"/>
            <a:ext cx="2011680" cy="1371600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41448" y="1005840"/>
            <a:ext cx="54864" cy="13716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10789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2578608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120min → 30min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08576" y="1005840"/>
            <a:ext cx="2011680" cy="137160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1005840"/>
            <a:ext cx="54864" cy="13716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45736" y="10789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745736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75704" y="1005840"/>
            <a:ext cx="2011680" cy="1371600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75704" y="1005840"/>
            <a:ext cx="54864" cy="13716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0789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3mo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912864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positive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P1s/month at $100K revenue/hour: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859536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73736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0E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0E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0E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TriageAI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0E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MTTR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minutes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minutes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0D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lost per P1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0D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 / incident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P1 revenue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0D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$9,000,000 /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On-call triage hours (team of 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100hr/month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25hr/month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0D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hours /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licensing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$180,000/year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2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$60,000/year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0D1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$120,000 /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5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E16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&amp; ROADMAP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74320" y="3840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" y="841248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30D1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841248"/>
            <a:ext cx="45720" cy="4572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8778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11480" y="10607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362456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00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1362456"/>
            <a:ext cx="45720" cy="4572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399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" y="15819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1883664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FF3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1883664"/>
            <a:ext cx="45720" cy="45720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920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LLM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1480" y="2103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 (Anthropic)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404872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FF9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404872"/>
            <a:ext cx="45720" cy="4572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4414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9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1480" y="2624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FFD6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926080"/>
            <a:ext cx="45720" cy="4572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962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11480" y="31455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+ InfluxDB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447288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0090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447288"/>
            <a:ext cx="45720" cy="457200"/>
          </a:xfrm>
          <a:prstGeom prst="rect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4838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9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11480" y="36667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 + Terraform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3968496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4A6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968496"/>
            <a:ext cx="45720" cy="45720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005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11480" y="4187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4489704"/>
            <a:ext cx="4114800" cy="457200"/>
          </a:xfrm>
          <a:prstGeom prst="rect">
            <a:avLst/>
          </a:prstGeom>
          <a:solidFill>
            <a:srgbClr val="0D1520"/>
          </a:solidFill>
          <a:ln w="7620">
            <a:solidFill>
              <a:srgbClr val="30D1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489704"/>
            <a:ext cx="45720" cy="4572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5262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0D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11480" y="4709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663440" y="3840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4-Phase Roadmap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4663440" y="841248"/>
            <a:ext cx="420624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841248"/>
            <a:ext cx="54864" cy="91440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914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Hackathon MVP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1152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Hours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00600" y="1344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AI triage demo, dynamic alerts, Anthropic integration.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1883664"/>
            <a:ext cx="420624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1883664"/>
            <a:ext cx="54864" cy="91440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1956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Real Backend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00600" y="2194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1–2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00600" y="23865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Kafka, Redis dedup, WebSocket, JWT auth.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663440" y="2926080"/>
            <a:ext cx="420624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2926080"/>
            <a:ext cx="54864" cy="9144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2999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Integrations &amp; ML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00600" y="32369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3–8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80060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source adapters, DBSCAN correlator, Slack/Teams, chatbot, analytics.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3968496"/>
            <a:ext cx="4206240" cy="914400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63440" y="3968496"/>
            <a:ext cx="54864" cy="91440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00600" y="4041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Production &amp; SaaS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800600" y="42793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 9–12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00600" y="44714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Terraform, multi-tenancy, SSO, load tested, SOC2-ready.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118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45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SCOPE &amp; CLOSE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TriageAI goes next.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74320" y="10515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00C8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051560"/>
            <a:ext cx="54864" cy="1188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Remediation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1508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just suggest fixes — it executes approved playbooks automatically. Humans approve, AI acts.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10515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FF3D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051560"/>
            <a:ext cx="54864" cy="1188720"/>
          </a:xfrm>
          <a:prstGeom prst="rect">
            <a:avLst/>
          </a:prstGeom>
          <a:solidFill>
            <a:srgbClr val="FF3D3D"/>
          </a:solidFill>
          <a:ln w="12700">
            <a:solidFill>
              <a:srgbClr val="FF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4904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D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Predictive Alerting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1508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historical incidents to predict failures before they happen — shift from reactive to proactive ops.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30D1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51560"/>
            <a:ext cx="54864" cy="1188720"/>
          </a:xfrm>
          <a:prstGeom prst="rect">
            <a:avLst/>
          </a:prstGeom>
          <a:solidFill>
            <a:srgbClr val="30D158"/>
          </a:solidFill>
          <a:ln w="12700">
            <a:solidFill>
              <a:srgbClr val="30D1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751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1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SaaS Productization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508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at $500–$2K/seat/month. Proven internally → sell to 10,000 engineering teams worldwide.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24231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FFD60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423160"/>
            <a:ext cx="54864" cy="11887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Fine-tuned SRE Model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2880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domain-specific model on your incident history. Gets smarter with every resolved incident.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0" y="24231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FF95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2423160"/>
            <a:ext cx="54864" cy="118872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74904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CMDB &amp; ServiceNow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2880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CMDB, ServiceNow, Jira — auto-create tickets, link CIs, track SLA compliance.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26480" y="2423160"/>
            <a:ext cx="2743200" cy="1188720"/>
          </a:xfrm>
          <a:prstGeom prst="rect">
            <a:avLst/>
          </a:prstGeom>
          <a:solidFill>
            <a:srgbClr val="0D1520"/>
          </a:solidFill>
          <a:ln w="9525">
            <a:solidFill>
              <a:srgbClr val="0090B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2423160"/>
            <a:ext cx="54864" cy="1188720"/>
          </a:xfrm>
          <a:prstGeom prst="rect">
            <a:avLst/>
          </a:prstGeom>
          <a:solidFill>
            <a:srgbClr val="0090B8"/>
          </a:solidFill>
          <a:ln w="12700">
            <a:solidFill>
              <a:srgbClr val="0090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6751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0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On-Call App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28803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app with push notifications, voice alerts, and one-tap incident pickup for on-call engineers.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00C8FF">
              <a:alpha val="12000"/>
            </a:srgbClr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160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TRIAGE</a:t>
            </a:r>
            <a:pPr indent="0" marL="0">
              <a:buNone/>
            </a:pPr>
            <a:r>
              <a:rPr lang="en-US" sz="16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pPr indent="0" marL="0">
              <a:buNone/>
            </a:pPr>
            <a:r>
              <a:rPr lang="en-US" sz="1600" dirty="0">
                <a:solidFill>
                  <a:srgbClr val="E2EA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—  Faster incidents. Smarter teams. Less chaos.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3680" y="422452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together. 🚀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TriageAI — Semicolons 2026</dc:title>
  <dc:subject>PptxGenJS Presentation</dc:subject>
  <dc:creator>PptxGenJS</dc:creator>
  <cp:lastModifiedBy>PptxGenJS</cp:lastModifiedBy>
  <cp:revision>1</cp:revision>
  <dcterms:created xsi:type="dcterms:W3CDTF">2026-05-10T12:35:53Z</dcterms:created>
  <dcterms:modified xsi:type="dcterms:W3CDTF">2026-05-10T12:35:53Z</dcterms:modified>
</cp:coreProperties>
</file>